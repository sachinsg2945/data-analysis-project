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rod-in-a.online.tableau.com/#/site/sachinsg2945-dc4ce6f236/workbooks/1214426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59B278E-5A4E-462A-BE6F-93713172790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Data Analysis Project - Tableau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5D99738-A943-4BA4-890F-32B24BC2B7E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7/8/2026 1:00:16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5E507655-4731-4E93-8F39-81BB4CC2F4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975"/>
            <a:ext cx="12192000" cy="522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2026-07-08T13:00:16Z</dcterms:created>
  <dcterms:modified xsi:type="dcterms:W3CDTF">2026-07-08T13:00:16Z</dcterms:modified>
</cp:coreProperties>
</file>